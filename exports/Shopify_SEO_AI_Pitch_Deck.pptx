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unique value proposition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customer pain and the problem that our AI tool is designed to solve.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unique value proposition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market size and the potential impact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key features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competitive landscape and the unfair advantages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technical architecture and the moat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business model and monetization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go-to-market and customer acquisition strategy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milestones and 12-month execution roadmap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team archetype and strengths of our AI tool.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addressing investors directly, highlighting the ask and capital allocation plan of our AI tool.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01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StartupName: AI-driven Product Catalog Optimization</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scans Shopify product catalogs and automatically rewrites descriptions, meta tags, and alt text to boost organic search ranking.</a:t>
            </a:r>
          </a:p>
          <a:p>
            <a:pPr>
              <a:spcAft>
                <a:spcPts val="1400"/>
              </a:spcAft>
              <a:defRPr sz="1800">
                <a:solidFill>
                  <a:srgbClr val="F8FAFC"/>
                </a:solidFill>
              </a:defRPr>
            </a:pPr>
            <a:r>
              <a:t>•  High-impact bullet point 2: This solution is a game-changer for businesses looking to optimize their product catalogs for better organic search ranking.</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02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The Urgent Problem &amp; Customer Pain</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The current state of Shopify product catalogs is often subpar. Many businesses struggle to find the right keywords and descriptions for their products, which can lead to lower organic search rankings.</a:t>
            </a:r>
          </a:p>
          <a:p>
            <a:pPr>
              <a:spcAft>
                <a:spcPts val="1400"/>
              </a:spcAft>
              <a:defRPr sz="1800">
                <a:solidFill>
                  <a:srgbClr val="F8FAFC"/>
                </a:solidFill>
              </a:defRPr>
            </a:pPr>
            <a:r>
              <a:t>•  High-impact bullet point 2: This problem is particularly challenging for businesses in industries such as fashion, tech, and beauty, where product descriptions are often lengthy and complex.</a:t>
            </a:r>
          </a:p>
          <a:p>
            <a:pPr>
              <a:spcAft>
                <a:spcPts val="1400"/>
              </a:spcAft>
              <a:defRPr sz="1800">
                <a:solidFill>
                  <a:srgbClr val="F8FAFC"/>
                </a:solidFill>
              </a:defRPr>
            </a:pPr>
            <a:r>
              <a:t>•  High-impact bullet point 3: Our AI tool can help businesses overcome this problem by automatically rewriting product descriptions, meta tags, and alt text to boost organic search rankings.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03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The Solution &amp; Value Proposition</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is designed to be fully functional in a small number of stores, making it easy for businesses to start using our solution.</a:t>
            </a:r>
          </a:p>
          <a:p>
            <a:pPr>
              <a:spcAft>
                <a:spcPts val="1400"/>
              </a:spcAft>
              <a:defRPr sz="1800">
                <a:solidFill>
                  <a:srgbClr val="F8FAFC"/>
                </a:solidFill>
              </a:defRPr>
            </a:pPr>
            <a:r>
              <a:t>•  High-impact bullet point 2: Our AI tool can help businesses overcome this problem by automatically rewriting product descriptions, meta tags, and alt text to boost organic search rankings.</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04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Market Size (TAM / SAM / SOM with Citations)</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The current state of Shopify product catalogs is often subpar. Many businesses struggle to find the right keywords and descriptions for their products, which can lead to lower organic search rankings.</a:t>
            </a:r>
          </a:p>
          <a:p>
            <a:pPr>
              <a:spcAft>
                <a:spcPts val="1400"/>
              </a:spcAft>
              <a:defRPr sz="1800">
                <a:solidFill>
                  <a:srgbClr val="F8FAFC"/>
                </a:solidFill>
              </a:defRPr>
            </a:pPr>
            <a:r>
              <a:t>•  High-impact bullet point 2: This problem is particularly challenging for businesses in industries such as fashion, tech, and beauty, where product descriptions are often lengthy and complex.</a:t>
            </a:r>
          </a:p>
          <a:p>
            <a:pPr>
              <a:spcAft>
                <a:spcPts val="1400"/>
              </a:spcAft>
              <a:defRPr sz="1800">
                <a:solidFill>
                  <a:srgbClr val="F8FAFC"/>
                </a:solidFill>
              </a:defRPr>
            </a:pPr>
            <a:r>
              <a:t>•  High-impact bullet point 3: Our AI tool can help businesses overcome this problem by automatically rewriting product descriptions, meta tags, and alt text to boost organic search rankings.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05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Product &amp; Key Features (P0 MVP Highlights)</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The P0 MVP of our AI tool is a fully functional version of the AI tool that can be deployed in a small number of stores.</a:t>
            </a:r>
          </a:p>
          <a:p>
            <a:pPr>
              <a:spcAft>
                <a:spcPts val="1400"/>
              </a:spcAft>
              <a:defRPr sz="1800">
                <a:solidFill>
                  <a:srgbClr val="F8FAFC"/>
                </a:solidFill>
              </a:defRPr>
            </a:pPr>
            <a:r>
              <a:t>•  High-impact bullet point 2: The P0 MVP includes the following features: Product Description Rewriting, Meta Tag Rewriting, Alt Text Rewriting, Automated Data Management, Integration with Shopify, User Feedback and Improvement, and Data Privacy and Security.</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06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Competitive Landscape &amp; Unfair Advantages</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is designed to be fully functional in a small number of stores, making it easy for businesses to start using our solution.</a:t>
            </a:r>
          </a:p>
          <a:p>
            <a:pPr>
              <a:spcAft>
                <a:spcPts val="1400"/>
              </a:spcAft>
              <a:defRPr sz="1800">
                <a:solidFill>
                  <a:srgbClr val="F8FAFC"/>
                </a:solidFill>
              </a:defRPr>
            </a:pPr>
            <a:r>
              <a:t>•  High-impact bullet point 2: Our AI tool can help businesses overcome this problem by automatically rewriting product descriptions, meta tags, and alt text to boost organic search rankings.</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07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Technical Architecture &amp; Moat</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is designed to be fully functional in a small number of stores, making it easy for businesses to start using our solution.</a:t>
            </a:r>
          </a:p>
          <a:p>
            <a:pPr>
              <a:spcAft>
                <a:spcPts val="1400"/>
              </a:spcAft>
              <a:defRPr sz="1800">
                <a:solidFill>
                  <a:srgbClr val="F8FAFC"/>
                </a:solidFill>
              </a:defRPr>
            </a:pPr>
            <a:r>
              <a:t>•  High-impact bullet point 2: Our AI tool can help businesses overcome this problem by automatically rewriting product descriptions, meta tags, and alt text to boost organic search rankings.</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08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Business Model &amp; Monetization</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is designed to be fully functional in a small number of stores, making it easy for businesses to start using our solution.</a:t>
            </a:r>
          </a:p>
          <a:p>
            <a:pPr>
              <a:spcAft>
                <a:spcPts val="1400"/>
              </a:spcAft>
              <a:defRPr sz="1800">
                <a:solidFill>
                  <a:srgbClr val="F8FAFC"/>
                </a:solidFill>
              </a:defRPr>
            </a:pPr>
            <a:r>
              <a:t>•  High-impact bullet point 2: Our AI tool can help businesses overcome this problem by automatically rewriting product descriptions, meta tags, and alt text to boost organic search rankings.</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09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Go-To-Market &amp; Customer Acquisition Strategy</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is designed to be fully functional in a small number of stores, making it easy for businesses to start using our solution.</a:t>
            </a:r>
          </a:p>
          <a:p>
            <a:pPr>
              <a:spcAft>
                <a:spcPts val="1400"/>
              </a:spcAft>
              <a:defRPr sz="1800">
                <a:solidFill>
                  <a:srgbClr val="F8FAFC"/>
                </a:solidFill>
              </a:defRPr>
            </a:pPr>
            <a:r>
              <a:t>•  High-impact bullet point 2: Our AI tool can help businesses overcome this problem by automatically rewriting product descriptions, meta tags, and alt text to boost organic search rankings.</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10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Milestones &amp; 12-Month Execution Roadmap</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is designed to be fully functional in a small number of stores, making it easy for businesses to start using our solution.</a:t>
            </a:r>
          </a:p>
          <a:p>
            <a:pPr>
              <a:spcAft>
                <a:spcPts val="1400"/>
              </a:spcAft>
              <a:defRPr sz="1800">
                <a:solidFill>
                  <a:srgbClr val="F8FAFC"/>
                </a:solidFill>
              </a:defRPr>
            </a:pPr>
            <a:r>
              <a:t>•  High-impact bullet point 2: Our AI tool can help businesses overcome this problem by automatically rewriting product descriptions, meta tags, and alt text to boost organic search rankings.</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11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The Team Archetype &amp; Strengths</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is designed to be fully functional in a small number of stores, making it easy for businesses to start using our solution.</a:t>
            </a:r>
          </a:p>
          <a:p>
            <a:pPr>
              <a:spcAft>
                <a:spcPts val="1400"/>
              </a:spcAft>
              <a:defRPr sz="1800">
                <a:solidFill>
                  <a:srgbClr val="F8FAFC"/>
                </a:solidFill>
              </a:defRPr>
            </a:pPr>
            <a:r>
              <a:t>•  High-impact bullet point 2: Our AI tool can help businesses overcome this problem by automatically rewriting product descriptions, meta tags, and alt text to boost organic search rankings.</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828800" cy="365760"/>
          </a:xfrm>
          <a:prstGeom prst="rect">
            <a:avLst/>
          </a:prstGeom>
          <a:noFill/>
        </p:spPr>
        <p:txBody>
          <a:bodyPr wrap="square">
            <a:spAutoFit/>
          </a:bodyPr>
          <a:lstStyle/>
          <a:p>
            <a:pPr>
              <a:defRPr sz="1000" b="1">
                <a:solidFill>
                  <a:srgbClr val="6366F1"/>
                </a:solidFill>
              </a:defRPr>
            </a:pPr>
            <a:r>
              <a:t>SLIDE 12 / 12</a:t>
            </a:r>
          </a:p>
        </p:txBody>
      </p:sp>
      <p:sp>
        <p:nvSpPr>
          <p:cNvPr id="3" name="TextBox 2"/>
          <p:cNvSpPr txBox="1"/>
          <p:nvPr/>
        </p:nvSpPr>
        <p:spPr>
          <a:xfrm>
            <a:off x="731520" y="1005840"/>
            <a:ext cx="10698480" cy="1097280"/>
          </a:xfrm>
          <a:prstGeom prst="rect">
            <a:avLst/>
          </a:prstGeom>
          <a:noFill/>
        </p:spPr>
        <p:txBody>
          <a:bodyPr wrap="square">
            <a:spAutoFit/>
          </a:bodyPr>
          <a:lstStyle/>
          <a:p>
            <a:pPr>
              <a:defRPr sz="2800" b="1">
                <a:solidFill>
                  <a:srgbClr val="F8FAFC"/>
                </a:solidFill>
              </a:defRPr>
            </a:pPr>
            <a:r>
              <a:t>The Ask &amp; Capital Allocation Plan</a:t>
            </a:r>
          </a:p>
        </p:txBody>
      </p:sp>
      <p:sp>
        <p:nvSpPr>
          <p:cNvPr id="4" name="TextBox 3"/>
          <p:cNvSpPr txBox="1"/>
          <p:nvPr/>
        </p:nvSpPr>
        <p:spPr>
          <a:xfrm>
            <a:off x="731520" y="2286000"/>
            <a:ext cx="10698480" cy="3840480"/>
          </a:xfrm>
          <a:prstGeom prst="rect">
            <a:avLst/>
          </a:prstGeom>
          <a:noFill/>
        </p:spPr>
        <p:txBody>
          <a:bodyPr wrap="square">
            <a:spAutoFit/>
          </a:bodyPr>
          <a:lstStyle/>
          <a:p>
            <a:pPr>
              <a:spcAft>
                <a:spcPts val="1400"/>
              </a:spcAft>
              <a:defRPr sz="1800">
                <a:solidFill>
                  <a:srgbClr val="F8FAFC"/>
                </a:solidFill>
              </a:defRPr>
            </a:pPr>
            <a:r>
              <a:t>•  High-impact bullet point 1: Our AI tool is designed to be fully functional in a small number of stores, making it easy for businesses to start using our solution.</a:t>
            </a:r>
          </a:p>
          <a:p>
            <a:pPr>
              <a:spcAft>
                <a:spcPts val="1400"/>
              </a:spcAft>
              <a:defRPr sz="1800">
                <a:solidFill>
                  <a:srgbClr val="F8FAFC"/>
                </a:solidFill>
              </a:defRPr>
            </a:pPr>
            <a:r>
              <a:t>•  High-impact bullet point 2: Our AI tool can help businesses overcome this problem by automatically rewriting product descriptions, meta tags, and alt text to boost organic search rankings.</a:t>
            </a:r>
          </a:p>
          <a:p>
            <a:pPr>
              <a:spcAft>
                <a:spcPts val="1400"/>
              </a:spcAft>
              <a:defRPr sz="1800">
                <a:solidFill>
                  <a:srgbClr val="F8FAFC"/>
                </a:solidFill>
              </a:defRPr>
            </a:pPr>
            <a:r>
              <a:t>•  High-impact bullet point 3: Our AI tool is designed to be fully functional in a small number of stores, making it easy for businesses to start using our 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